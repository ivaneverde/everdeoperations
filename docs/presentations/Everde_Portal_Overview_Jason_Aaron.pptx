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Everde AI Operations Portal</a:t>
            </a:r>
          </a:p>
          <a:p>
            <a:pPr>
              <a:spcBef>
                <a:spcPts val="1200"/>
              </a:spcBef>
              <a:defRPr sz="1800">
                <a:solidFill>
                  <a:srgbClr val="D4A853"/>
                </a:solidFill>
              </a:defRPr>
            </a:pPr>
            <a:r>
              <a:t>Overview &amp; security  •  Jason &amp; Aaron  • 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https://everde-operations.vercel.app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What the portal is and who it is for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How data gets from DataDrops to the browser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Weekly automation (agent PC + schedules)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Security controls in place today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AI assistant — what is sent, who can use it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Gaps, roadmap, and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the portal?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Internal web app for executive and operations dashboards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Freight, Sales Plan, Production &amp; Demand, Retail, Weather, and more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Works on phone, tablet, and desktop — responsive layout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Not Excel on the web: shows pre-calculated metrics from weekly files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Sign-in required with @everde.com Microsoft work accounts (production)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data flows (two systems)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840480" cy="4114800"/>
          </a:xfrm>
          <a:prstGeom prst="roundRect">
            <a:avLst/>
          </a:prstGeom>
          <a:solidFill>
            <a:srgbClr val="E8F0EB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4332"/>
                </a:solidFill>
              </a:defRPr>
            </a:pPr>
            <a:r>
              <a:t>On-prem / VPN (Everde network)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291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DataDrops share</a:t>
            </a:r>
            <a:br/>
            <a:r>
              <a:t>(Excel, xlsb, feeds)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3291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6148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Agent PC</a:t>
            </a:r>
            <a:br/>
            <a:r>
              <a:t>(VRD-8FQJYW3)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3291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2160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Python pipelines</a:t>
            </a:r>
            <a:br/>
            <a:r>
              <a:t>(freight, retail, sales plan, weather)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143000"/>
            <a:ext cx="3840480" cy="4114800"/>
          </a:xfrm>
          <a:prstGeom prst="roundRect">
            <a:avLst/>
          </a:prstGeom>
          <a:solidFill>
            <a:srgbClr val="E3ED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3A5F"/>
                </a:solidFill>
              </a:defRPr>
            </a:pPr>
            <a:r>
              <a:t>Internet-facing (hosted)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691640"/>
            <a:ext cx="3291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80136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Azure Blob Storage</a:t>
            </a:r>
            <a:br/>
            <a:r>
              <a:t>(JSON snapshots 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651760"/>
            <a:ext cx="3291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76148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Vercel</a:t>
            </a:r>
            <a:br/>
            <a:r>
              <a:t>Next.js portal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3611880"/>
            <a:ext cx="3291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372160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Users @everde.com</a:t>
            </a:r>
            <a:br/>
            <a:r>
              <a:t>(HTTPS + sign-in)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77639" y="2148840"/>
            <a:ext cx="777240" cy="32004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5146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</a:defRPr>
            </a:pPr>
            <a:r>
              <a:t>publish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C5C5C"/>
                </a:solidFill>
              </a:defRPr>
            </a:pPr>
            <a:r>
              <a:t>Production Vercel never mounts \\192.168.190.10\... — only the agent PC on VPN reads the share.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Typical weekly / daily automation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Output for portal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Daily ~8:00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Sales Plan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NOR CAL JSON → Azure Blob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Daily ~9:30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Weather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Weather JSON → Azure Blob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Monday ~9:00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Freight rebuild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Dashboard JSON → Azure Blob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Monday ~10:00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Retail build + 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Retail JSON → Azure Blob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Monday ~1:30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Inventory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Nursery HTML → git → Vercel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users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1. Open https://everde-operations.vercel.app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2. Sign in with Microsoft (Everde tenant)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3. Pick a section in the sidebar (Freight, Retail, Sales Plan, …)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4. Dashboard loads from JSON APIs — charts and tables update from Blob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5. Optional: AI analyst in the header (OpenAI or Claude) for questions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Raw Excel files stay on the LAN share; browsers never open UNC paths directly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— 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Weekly Excel stays on our network.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A trusted PC builds summaries and uploads JSON to Azure.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The portal on Vercel only serves that data to signed-in @everde.com users.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The public internet never sees the file share directly.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Share access (VPN + permissions) is a separate control from portal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Who can access the portal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Microsoft Entra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Company sign-in; tokens from Everde tenant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@everde.com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Only Everde email identities accepted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PORTAL_REQUIRE_AUTH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All pages and data APIs require sign-in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HttpOnly session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Server-signed session after login — no stored passwords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PORTAL_SESSION_SECRET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Random 32+ char secret on Vercel only (not in git)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API and dashboard data are protected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Middleware + API 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Block unauthenticated access to routes and /api/*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No UNC on 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Production does not read \\192.168.190.10\... from the cloud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Azure Blob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Internet users get published JSON, not raw .xlsb files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Connection string server-only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Azure keys in Vercel env — never committed to git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.env.local gitignored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Local secrets stay on the agent / dev machine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stays on the 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Raw and rebuilt workbooks (freight .xlsb, inventory metrics, sales plan Excel)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Python scripts and pipeline logs on DataDrops / JS Files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Only the agent PC needs VPN/LAN access to those paths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Agent PC = trust boundary: scheduled tasks run as a dedicated user with share + secrets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Handoff doc for Aaron: scripts/windows/VM_AGENT_HANDOFF.md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assistant (in-portal analyst)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Same portal authentication as dashboards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API keys (OpenAI / Anthropic) live server-side only — never in the browser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Sends compacted JSON summaries + route context — not full multi-GB Excel files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Useful for exec questions across freight, sales plan, retail, weather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Backlog: rate limits, audit logging, optional page-only context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Honest gaps &amp; talking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Blob storage: protect connection string like a production password (Azure RBAC)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Share security is separate — VPN users with share access can still open DataDrops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One agent machine should run scheduled tasks (avoid duplicate publishes)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Some nav sections still placeholders or pending data (e.g. Oregon sales plan)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Nursery still deploys via git push; long-term: Blob like freight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Roadmap: full ETL to database, stricter per-section RBAC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spcBef>
                <a:spcPts val="2000"/>
              </a:spcBef>
              <a:defRPr sz="1400">
                <a:solidFill>
                  <a:srgbClr val="D4A853"/>
                </a:solidFill>
              </a:defRPr>
            </a:pPr>
            <a:r>
              <a:t>Docs: scripts/windows/WEEKLY_DROP_AGENT.md  •  VM_AGENT_HANDOFF.md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